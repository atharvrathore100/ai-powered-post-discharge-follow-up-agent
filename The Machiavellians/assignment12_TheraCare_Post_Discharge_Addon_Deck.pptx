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2560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5F1EE"/>
          </a:solidFill>
          <a:ln w="12700">
            <a:solidFill>
              <a:srgbClr val="E5F1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949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Machiavellians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TheraCare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52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Post-Discharge Add-on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6E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Need and Approach for Assignment 13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2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narrower version of our original project that fits inside an app patients can already use.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3108960" cy="0"/>
          </a:xfrm>
          <a:prstGeom prst="line">
            <a:avLst/>
          </a:prstGeom>
          <a:noFill/>
          <a:ln w="27940">
            <a:solidFill>
              <a:srgbClr val="2E7D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73659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6E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post-discharge support, medication follow-up, and red-flag symptom checks.</a:t>
            </a:r>
            <a:endParaRPr lang="en-US" sz="1700" dirty="0"/>
          </a:p>
        </p:txBody>
      </p:sp>
      <p:pic>
        <p:nvPicPr>
          <p:cNvPr id="10" name="Image 0" descr="/mnt/data/thera_title_coll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567339"/>
            <a:ext cx="6537960" cy="36776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2560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need became narrower and more practical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434840" cy="498348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5DF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E5F1EE"/>
          </a:solidFill>
          <a:ln w="12700">
            <a:solidFill>
              <a:srgbClr val="E5F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9105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stayed the same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011680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52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 leave the hospital with complex instructions.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2596896"/>
            <a:ext cx="91440" cy="91440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523744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52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may miss medications, symptoms, or follow-up tasks.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" y="3108960"/>
            <a:ext cx="91440" cy="91440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303580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52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still need support after discharge.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388620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5F1EE"/>
          </a:solidFill>
          <a:ln w="12700">
            <a:solidFill>
              <a:srgbClr val="E5F1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922776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416552"/>
            <a:ext cx="91440" cy="91440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4343400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52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not building a whole new platform anymore.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68680" y="4928616"/>
            <a:ext cx="91440" cy="91440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4855464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52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adding discharge support inside TheraCare.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68680" y="5440680"/>
            <a:ext cx="91440" cy="91440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" y="536752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52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makes the project more realistic for a course MVP.</a:t>
            </a:r>
            <a:endParaRPr lang="en-US" sz="1700" dirty="0"/>
          </a:p>
        </p:txBody>
      </p:sp>
      <p:pic>
        <p:nvPicPr>
          <p:cNvPr id="21" name="Image 0" descr="/mnt/data/thera_need_coll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077403"/>
            <a:ext cx="5943600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2560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current approach inside TheraCare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E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add-on turns discharge information into a short follow-up workflow.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4754880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3970">
            <a:solidFill>
              <a:srgbClr val="D5DF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01952"/>
            <a:ext cx="310896" cy="310896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938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07592" y="1883664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discharge details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07592" y="2121408"/>
            <a:ext cx="3630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E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diagnosis, medications, follow-up tasks, and warning symptoms.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816352"/>
            <a:ext cx="310896" cy="310896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84378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07592" y="2798064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simple care plan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07592" y="3035808"/>
            <a:ext cx="3630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E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Rewrite instructions into short patient-friendly actions.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3730752"/>
            <a:ext cx="310896" cy="310896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5818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07592" y="3712464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check-in questions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307592" y="3950208"/>
            <a:ext cx="3630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E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meds, symptoms, and appointment follow-through.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4645152"/>
            <a:ext cx="310896" cy="310896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67258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07592" y="4626864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risky answers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307592" y="4864608"/>
            <a:ext cx="3630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E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a basic risk level and tell the patient when to seek help.</a:t>
            </a:r>
            <a:endParaRPr lang="en-US" sz="1500" dirty="0"/>
          </a:p>
        </p:txBody>
      </p:sp>
      <p:pic>
        <p:nvPicPr>
          <p:cNvPr id="22" name="Image 0" descr="/mnt/data/thera_approach_coll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2316004"/>
            <a:ext cx="5989320" cy="33689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2560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version makes more sense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3970">
            <a:solidFill>
              <a:srgbClr val="D5DF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E5F1EE"/>
          </a:solidFill>
          <a:ln w="12700">
            <a:solidFill>
              <a:srgbClr val="E5F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3677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patients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176272"/>
            <a:ext cx="91440" cy="91440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103120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Makes after-hospital care easier to follow.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2615184"/>
            <a:ext cx="91440" cy="91440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542032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dependence on memory and paperwork.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3054096"/>
            <a:ext cx="91440" cy="91440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980944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patients notice warning signs earlier.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8862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5F1EE"/>
          </a:solidFill>
          <a:ln w="12700">
            <a:solidFill>
              <a:srgbClr val="E5F1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922776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use of AI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389120"/>
            <a:ext cx="91440" cy="91440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4315968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Simplify discharge instructions into plain language.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4791456"/>
            <a:ext cx="91440" cy="91440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4718304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short check-in questions from the care plan.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68680" y="5193792"/>
            <a:ext cx="91440" cy="91440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" y="5120640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responses into simple risk levels.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63640" y="13258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E5F1EE"/>
          </a:solidFill>
          <a:ln w="12700">
            <a:solidFill>
              <a:srgbClr val="E5F1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learned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221284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adds value when it supports understanding, follow-up, and early warnings. It is less useful when we try to make it run an entire healthcare workflow by itself.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3640" y="35204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E5E56"/>
          </a:solidFill>
          <a:ln w="12700">
            <a:solidFill>
              <a:srgbClr val="1E5E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840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E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37960" y="42062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add-on is a focused, realistic way to improve post-discharge care inside a tool that already supports medication management.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94360" y="64739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E6E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diagnosis. Not autonomous decision-making. It supports patients and surfaces concerns.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TheraCare Post-Discharge Add-on</dc:title>
  <dc:subject>TheraCare post-discharge add-on</dc:subject>
  <dc:creator>OpenAI</dc:creator>
  <cp:lastModifiedBy>OpenAI</cp:lastModifiedBy>
  <cp:revision>1</cp:revision>
  <dcterms:created xsi:type="dcterms:W3CDTF">2026-04-22T17:59:33Z</dcterms:created>
  <dcterms:modified xsi:type="dcterms:W3CDTF">2026-04-22T17:59:33Z</dcterms:modified>
</cp:coreProperties>
</file>